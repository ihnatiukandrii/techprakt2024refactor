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uk-UA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2" d="100"/>
          <a:sy n="92" d="100"/>
        </p:scale>
        <p:origin x="108" y="48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8961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647208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4047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38580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150237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533466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616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599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383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F75209-6748-D1D6-BD73-F31408B003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646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449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586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09C70-3239-D195-0823-CE9CEEBA5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185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979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509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A180FC-D421-9F39-51A6-994AF66A48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313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02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174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6DEAE3-28C2-7015-7F53-CE29BB1A63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340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87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6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9DB90E-3A8F-1295-D63E-2A3853618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и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23398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4190089" name="Місце для заголовка 1"/>
          <p:cNvSpPr>
            <a:spLocks noGrp="1"/>
          </p:cNvSpPr>
          <p:nvPr>
            <p:ph type="title"/>
          </p:nvPr>
        </p:nvSpPr>
        <p:spPr bwMode="auto">
          <a:xfrm>
            <a:off x="334962" y="1992473"/>
            <a:ext cx="11522075" cy="319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uk-UA"/>
              <a:t>Зразок заголовка</a:t>
            </a:r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Основни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4339930" name="Рисунок 1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1702119149" name="Місце для заголовка 1"/>
          <p:cNvSpPr>
            <a:spLocks noGrp="1"/>
          </p:cNvSpPr>
          <p:nvPr>
            <p:ph type="title"/>
          </p:nvPr>
        </p:nvSpPr>
        <p:spPr bwMode="auto">
          <a:xfrm>
            <a:off x="334961" y="188914"/>
            <a:ext cx="11522075" cy="1405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uk-UA"/>
              <a:t>Зразок заголовка</a:t>
            </a:r>
            <a:endParaRPr lang="uk-UA"/>
          </a:p>
        </p:txBody>
      </p:sp>
      <p:sp>
        <p:nvSpPr>
          <p:cNvPr id="311177140" name="Місце для тексту 4"/>
          <p:cNvSpPr>
            <a:spLocks noGrp="1"/>
          </p:cNvSpPr>
          <p:nvPr>
            <p:ph type="body" sz="quarter" idx="10"/>
          </p:nvPr>
        </p:nvSpPr>
        <p:spPr bwMode="auto">
          <a:xfrm>
            <a:off x="334963" y="1593850"/>
            <a:ext cx="11522075" cy="4176713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pPr lvl="0">
              <a:defRPr/>
            </a:pPr>
            <a:r>
              <a:rPr lang="uk-UA"/>
              <a:t>Зразок тексту</a:t>
            </a:r>
            <a:endParaRPr/>
          </a:p>
          <a:p>
            <a:pPr lvl="1">
              <a:defRPr/>
            </a:pPr>
            <a:r>
              <a:rPr lang="uk-UA"/>
              <a:t>Другий рівень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Основний слайд з вміст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028738" name="Рисунок 1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348136589" name="Місце для вмісту 3"/>
          <p:cNvSpPr>
            <a:spLocks noGrp="1"/>
          </p:cNvSpPr>
          <p:nvPr>
            <p:ph sz="quarter" idx="10"/>
          </p:nvPr>
        </p:nvSpPr>
        <p:spPr bwMode="auto">
          <a:xfrm>
            <a:off x="334963" y="188913"/>
            <a:ext cx="11522075" cy="5578475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pPr lvl="0">
              <a:defRPr/>
            </a:pPr>
            <a:r>
              <a:rPr lang="uk-UA"/>
              <a:t>Зразок тексту</a:t>
            </a:r>
            <a:endParaRPr/>
          </a:p>
          <a:p>
            <a:pPr lvl="1">
              <a:defRPr/>
            </a:pPr>
            <a:r>
              <a:rPr lang="uk-UA"/>
              <a:t>Другий рівень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Інальни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8637991" name="Рисунок 1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5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media1.svg"/><Relationship Id="rId9" Type="http://schemas.openxmlformats.org/officeDocument/2006/relationships/image" Target="../media/image9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123066" name="Місце для заголовка 1"/>
          <p:cNvSpPr>
            <a:spLocks noGrp="1"/>
          </p:cNvSpPr>
          <p:nvPr>
            <p:ph type="title"/>
          </p:nvPr>
        </p:nvSpPr>
        <p:spPr bwMode="auto">
          <a:xfrm>
            <a:off x="334962" y="1992472"/>
            <a:ext cx="11522074" cy="319055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algn="ctr">
              <a:defRPr/>
            </a:pPr>
            <a:r>
              <a:rPr lang="uk-UA" sz="54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Презентація до курсової роботи з теми </a:t>
            </a:r>
            <a:r>
              <a:rPr lang="en-US" sz="54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“</a:t>
            </a:r>
            <a:r>
              <a:rPr lang="en-US" sz="54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Інтернет-магазин дизайнерських годинників</a:t>
            </a:r>
            <a:r>
              <a:rPr lang="en-US" sz="54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”</a:t>
            </a:r>
            <a:endParaRPr sz="5400">
              <a:solidFill>
                <a:schemeClr val="bg1"/>
              </a:solidFill>
              <a:latin typeface="F77 Minecraft"/>
              <a:ea typeface="F77 Minecraft"/>
              <a:cs typeface="F77 Minecraft"/>
            </a:endParaRPr>
          </a:p>
        </p:txBody>
      </p:sp>
      <p:sp>
        <p:nvSpPr>
          <p:cNvPr id="47486032" name=""/>
          <p:cNvSpPr txBox="1"/>
          <p:nvPr/>
        </p:nvSpPr>
        <p:spPr bwMode="auto">
          <a:xfrm rot="0" flipH="0" flipV="0">
            <a:off x="3881601" y="5959845"/>
            <a:ext cx="443671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uk-UA" sz="18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Розробник: </a:t>
            </a:r>
            <a:r>
              <a:rPr lang="uk-UA" sz="18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Андрій ІГНАТЮК</a:t>
            </a:r>
            <a:br>
              <a:rPr lang="uk-UA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</a:br>
            <a:r>
              <a:rPr lang="uk-UA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Керівник: </a:t>
            </a:r>
            <a:r>
              <a:rPr lang="uk-UA" sz="1800" b="0" i="0" u="none" strike="noStrike" cap="none" spc="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Ірина ДМИТРЕНКО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200914" name="Місце для заголовка 1"/>
          <p:cNvSpPr>
            <a:spLocks noGrp="1"/>
          </p:cNvSpPr>
          <p:nvPr>
            <p:ph type="title"/>
          </p:nvPr>
        </p:nvSpPr>
        <p:spPr bwMode="auto">
          <a:xfrm flipH="0" flipV="0">
            <a:off x="334962" y="1992472"/>
            <a:ext cx="11522075" cy="4603140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uk-UA" sz="2400" b="0" i="0" u="none" strike="noStrike" cap="none" spc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</a:rPr>
              <a:t> У сучасному світі розвиток та використання інтернет-технологій сприяють трансформації різноманітних сфер життя. Однією з актуальних галузей є розробка різноманітних веб-ресурсів, зокрема платформ для електронної комерції. У контексті даної курсової роботи актуальність теми полягає в необхідності розробки сучасного, зручного та безпечного інтернет-магазину дизайнерських годинників. Споживачі мають постійний попит на стильні та ексклюзивні аксесуари, тому створення спеціалізованого онлайн-майданчика з якісним інтерфейсом для їх продажу є затребуваним та перспективним завданням.</a:t>
            </a:r>
            <a:endParaRPr sz="2400"/>
          </a:p>
        </p:txBody>
      </p:sp>
      <p:sp>
        <p:nvSpPr>
          <p:cNvPr id="1958404936" name=""/>
          <p:cNvSpPr txBox="1"/>
          <p:nvPr/>
        </p:nvSpPr>
        <p:spPr bwMode="auto">
          <a:xfrm rot="0" flipH="0" flipV="0">
            <a:off x="3847711" y="1672252"/>
            <a:ext cx="449657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uk-UA" sz="360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Актуальність теми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812397" name=""/>
          <p:cNvSpPr txBox="1"/>
          <p:nvPr/>
        </p:nvSpPr>
        <p:spPr bwMode="auto">
          <a:xfrm rot="0" flipH="0" flipV="0">
            <a:off x="3921683" y="1269232"/>
            <a:ext cx="504911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uk-UA" sz="360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Засоби та інструменти</a:t>
            </a:r>
            <a:endParaRPr sz="3600"/>
          </a:p>
        </p:txBody>
      </p:sp>
      <p:pic>
        <p:nvPicPr>
          <p:cNvPr id="8575420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31852" y="2945309"/>
            <a:ext cx="2857500" cy="1600200"/>
          </a:xfrm>
          <a:prstGeom prst="rect">
            <a:avLst/>
          </a:prstGeom>
        </p:spPr>
      </p:pic>
      <p:pic>
        <p:nvPicPr>
          <p:cNvPr id="3456698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63869" y="5046366"/>
            <a:ext cx="1640089" cy="1640089"/>
          </a:xfrm>
          <a:prstGeom prst="rect">
            <a:avLst/>
          </a:prstGeom>
        </p:spPr>
      </p:pic>
      <p:pic>
        <p:nvPicPr>
          <p:cNvPr id="168288421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064716" y="2945308"/>
            <a:ext cx="1759386" cy="1759386"/>
          </a:xfrm>
          <a:prstGeom prst="rect">
            <a:avLst/>
          </a:prstGeom>
        </p:spPr>
      </p:pic>
      <p:pic>
        <p:nvPicPr>
          <p:cNvPr id="191831885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34280" y="2834782"/>
            <a:ext cx="1831992" cy="1831992"/>
          </a:xfrm>
          <a:prstGeom prst="rect">
            <a:avLst/>
          </a:prstGeom>
        </p:spPr>
      </p:pic>
      <p:pic>
        <p:nvPicPr>
          <p:cNvPr id="1836080178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4009528" y="2573503"/>
            <a:ext cx="1710991" cy="1710991"/>
          </a:xfrm>
          <a:prstGeom prst="rect">
            <a:avLst/>
          </a:prstGeom>
        </p:spPr>
      </p:pic>
      <p:pic>
        <p:nvPicPr>
          <p:cNvPr id="167224014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5882265" y="4993162"/>
            <a:ext cx="1508997" cy="1508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198208" name=""/>
          <p:cNvSpPr txBox="1"/>
          <p:nvPr/>
        </p:nvSpPr>
        <p:spPr bwMode="auto">
          <a:xfrm rot="0" flipH="0" flipV="0">
            <a:off x="3921682" y="1269232"/>
            <a:ext cx="506387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uk-UA" sz="360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Алгоритм програми</a:t>
            </a:r>
            <a:endParaRPr sz="3600"/>
          </a:p>
        </p:txBody>
      </p:sp>
      <p:pic>
        <p:nvPicPr>
          <p:cNvPr id="12620253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16518" y="1298056"/>
            <a:ext cx="3810981" cy="5417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063262" name=""/>
          <p:cNvSpPr txBox="1"/>
          <p:nvPr/>
        </p:nvSpPr>
        <p:spPr bwMode="auto">
          <a:xfrm rot="0" flipH="0" flipV="0">
            <a:off x="3921682" y="1269232"/>
            <a:ext cx="505739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uk-UA" sz="3600">
                <a:solidFill>
                  <a:schemeClr val="bg1"/>
                </a:solidFill>
                <a:latin typeface="F77 Minecraft"/>
                <a:ea typeface="F77 Minecraft"/>
                <a:cs typeface="F77 Minecraft"/>
              </a:rPr>
              <a:t>Схема бази даних</a:t>
            </a:r>
            <a:endParaRPr sz="3600"/>
          </a:p>
        </p:txBody>
      </p:sp>
      <p:pic>
        <p:nvPicPr>
          <p:cNvPr id="3880426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524078" y="1909671"/>
            <a:ext cx="7852599" cy="4565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Житомирська політехніка">
      <a:majorFont>
        <a:latin typeface="Montserrat ExtraBold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Montserrat ExtraBold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Ігнатюк Андрій</dc:creator>
  <cp:lastModifiedBy/>
  <cp:revision>11</cp:revision>
  <dcterms:created xsi:type="dcterms:W3CDTF">2023-01-12T09:20:21Z</dcterms:created>
  <dcterms:modified xsi:type="dcterms:W3CDTF">2026-05-05T03:02:18Z</dcterms:modified>
</cp:coreProperties>
</file>